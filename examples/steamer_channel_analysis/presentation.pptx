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96DAC542-7B16-43E4-950E-E5F64E33424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